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4" r:id="rId3"/>
    <p:sldId id="262" r:id="rId4"/>
    <p:sldId id="263" r:id="rId5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D2A8"/>
    <a:srgbClr val="FDFCF9"/>
    <a:srgbClr val="BE9147"/>
    <a:srgbClr val="FDF8F2"/>
    <a:srgbClr val="FAECDA"/>
    <a:srgbClr val="D59847"/>
    <a:srgbClr val="9B6723"/>
    <a:srgbClr val="E7AD61"/>
    <a:srgbClr val="D6F6DA"/>
    <a:srgbClr val="EEE7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99CC7D-8FAF-4E6A-8B0A-2577F98EE81B}" v="1" dt="2026-08-27T09:50:42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077" autoAdjust="0"/>
    <p:restoredTop sz="94660"/>
  </p:normalViewPr>
  <p:slideViewPr>
    <p:cSldViewPr snapToGrid="0">
      <p:cViewPr>
        <p:scale>
          <a:sx n="100" d="100"/>
          <a:sy n="100" d="100"/>
        </p:scale>
        <p:origin x="66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ish Natarajan" userId="87d66b7c5c413a61" providerId="LiveId" clId="{C4CC91EF-FF84-4E21-9923-78F460118C49}"/>
    <pc:docChg chg="undo custSel addSld delSld modSld sldOrd">
      <pc:chgData name="Satish Natarajan" userId="87d66b7c5c413a61" providerId="LiveId" clId="{C4CC91EF-FF84-4E21-9923-78F460118C49}" dt="2026-08-27T12:27:09.062" v="729" actId="47"/>
      <pc:docMkLst>
        <pc:docMk/>
      </pc:docMkLst>
      <pc:sldChg chg="addSp modSp del mod">
        <pc:chgData name="Satish Natarajan" userId="87d66b7c5c413a61" providerId="LiveId" clId="{C4CC91EF-FF84-4E21-9923-78F460118C49}" dt="2026-08-26T10:26:04.824" v="542" actId="47"/>
        <pc:sldMkLst>
          <pc:docMk/>
          <pc:sldMk cId="488514975" sldId="257"/>
        </pc:sldMkLst>
      </pc:sldChg>
      <pc:sldChg chg="addSp delSp modSp add del mod">
        <pc:chgData name="Satish Natarajan" userId="87d66b7c5c413a61" providerId="LiveId" clId="{C4CC91EF-FF84-4E21-9923-78F460118C49}" dt="2026-08-26T10:26:05.417" v="543" actId="47"/>
        <pc:sldMkLst>
          <pc:docMk/>
          <pc:sldMk cId="27179514" sldId="258"/>
        </pc:sldMkLst>
      </pc:sldChg>
      <pc:sldChg chg="addSp delSp modSp add del mod ord setBg">
        <pc:chgData name="Satish Natarajan" userId="87d66b7c5c413a61" providerId="LiveId" clId="{C4CC91EF-FF84-4E21-9923-78F460118C49}" dt="2026-08-26T10:26:05.893" v="544" actId="47"/>
        <pc:sldMkLst>
          <pc:docMk/>
          <pc:sldMk cId="3967119003" sldId="259"/>
        </pc:sldMkLst>
      </pc:sldChg>
      <pc:sldChg chg="addSp modSp new del mod">
        <pc:chgData name="Satish Natarajan" userId="87d66b7c5c413a61" providerId="LiveId" clId="{C4CC91EF-FF84-4E21-9923-78F460118C49}" dt="2026-08-27T12:27:09.062" v="729" actId="47"/>
        <pc:sldMkLst>
          <pc:docMk/>
          <pc:sldMk cId="3577175191" sldId="260"/>
        </pc:sldMkLst>
      </pc:sldChg>
      <pc:sldChg chg="addSp delSp modSp add mod setBg">
        <pc:chgData name="Satish Natarajan" userId="87d66b7c5c413a61" providerId="LiveId" clId="{C4CC91EF-FF84-4E21-9923-78F460118C49}" dt="2026-08-27T11:01:11.490" v="728" actId="14100"/>
        <pc:sldMkLst>
          <pc:docMk/>
          <pc:sldMk cId="1723870003" sldId="261"/>
        </pc:sldMkLst>
        <pc:spChg chg="mod">
          <ac:chgData name="Satish Natarajan" userId="87d66b7c5c413a61" providerId="LiveId" clId="{C4CC91EF-FF84-4E21-9923-78F460118C49}" dt="2026-08-26T10:47:16.091" v="561" actId="207"/>
          <ac:spMkLst>
            <pc:docMk/>
            <pc:sldMk cId="1723870003" sldId="261"/>
            <ac:spMk id="2" creationId="{4DB1EE0B-40E1-7590-842C-0B21EF4A7D98}"/>
          </ac:spMkLst>
        </pc:spChg>
        <pc:spChg chg="del">
          <ac:chgData name="Satish Natarajan" userId="87d66b7c5c413a61" providerId="LiveId" clId="{C4CC91EF-FF84-4E21-9923-78F460118C49}" dt="2026-08-26T10:47:02.312" v="559" actId="478"/>
          <ac:spMkLst>
            <pc:docMk/>
            <pc:sldMk cId="1723870003" sldId="261"/>
            <ac:spMk id="3" creationId="{4090F6FE-9F72-3506-477C-B062A21D2BFC}"/>
          </ac:spMkLst>
        </pc:spChg>
        <pc:spChg chg="del">
          <ac:chgData name="Satish Natarajan" userId="87d66b7c5c413a61" providerId="LiveId" clId="{C4CC91EF-FF84-4E21-9923-78F460118C49}" dt="2026-08-26T10:26:18.637" v="546" actId="478"/>
          <ac:spMkLst>
            <pc:docMk/>
            <pc:sldMk cId="1723870003" sldId="261"/>
            <ac:spMk id="4" creationId="{30C0826E-F714-0485-EA53-7CE8DE433A20}"/>
          </ac:spMkLst>
        </pc:spChg>
        <pc:spChg chg="add mod modVis">
          <ac:chgData name="Satish Natarajan" userId="87d66b7c5c413a61" providerId="LiveId" clId="{C4CC91EF-FF84-4E21-9923-78F460118C49}" dt="2026-08-27T09:54:00.421" v="705" actId="207"/>
          <ac:spMkLst>
            <pc:docMk/>
            <pc:sldMk cId="1723870003" sldId="261"/>
            <ac:spMk id="4" creationId="{B11266F5-EC3C-9B10-5517-4C747266A695}"/>
          </ac:spMkLst>
        </pc:spChg>
        <pc:spChg chg="add del mod topLvl">
          <ac:chgData name="Satish Natarajan" userId="87d66b7c5c413a61" providerId="LiveId" clId="{C4CC91EF-FF84-4E21-9923-78F460118C49}" dt="2026-08-27T10:51:04.690" v="717" actId="478"/>
          <ac:spMkLst>
            <pc:docMk/>
            <pc:sldMk cId="1723870003" sldId="261"/>
            <ac:spMk id="6" creationId="{505E74F2-F81C-CEFC-0E69-059825AA6F7D}"/>
          </ac:spMkLst>
        </pc:spChg>
        <pc:spChg chg="del">
          <ac:chgData name="Satish Natarajan" userId="87d66b7c5c413a61" providerId="LiveId" clId="{C4CC91EF-FF84-4E21-9923-78F460118C49}" dt="2026-08-26T10:26:18.637" v="546" actId="478"/>
          <ac:spMkLst>
            <pc:docMk/>
            <pc:sldMk cId="1723870003" sldId="261"/>
            <ac:spMk id="6" creationId="{97E8B6B4-E85A-5F01-5820-DB97F4C9FB6D}"/>
          </ac:spMkLst>
        </pc:spChg>
        <pc:spChg chg="del">
          <ac:chgData name="Satish Natarajan" userId="87d66b7c5c413a61" providerId="LiveId" clId="{C4CC91EF-FF84-4E21-9923-78F460118C49}" dt="2026-08-26T10:26:18.637" v="546" actId="478"/>
          <ac:spMkLst>
            <pc:docMk/>
            <pc:sldMk cId="1723870003" sldId="261"/>
            <ac:spMk id="8" creationId="{3F27B775-4DE5-3D19-4DE9-73BD632C9B37}"/>
          </ac:spMkLst>
        </pc:spChg>
        <pc:spChg chg="add del mod topLvl">
          <ac:chgData name="Satish Natarajan" userId="87d66b7c5c413a61" providerId="LiveId" clId="{C4CC91EF-FF84-4E21-9923-78F460118C49}" dt="2026-08-27T10:47:48.911" v="706" actId="478"/>
          <ac:spMkLst>
            <pc:docMk/>
            <pc:sldMk cId="1723870003" sldId="261"/>
            <ac:spMk id="9" creationId="{18422D95-0898-E75D-E1BB-4F13EE8A42E2}"/>
          </ac:spMkLst>
        </pc:spChg>
        <pc:spChg chg="add del mod">
          <ac:chgData name="Satish Natarajan" userId="87d66b7c5c413a61" providerId="LiveId" clId="{C4CC91EF-FF84-4E21-9923-78F460118C49}" dt="2026-08-26T10:26:18.637" v="546" actId="478"/>
          <ac:spMkLst>
            <pc:docMk/>
            <pc:sldMk cId="1723870003" sldId="261"/>
            <ac:spMk id="9" creationId="{44E9A8AB-9782-3973-C365-1B9224A64D78}"/>
          </ac:spMkLst>
        </pc:spChg>
        <pc:spChg chg="del">
          <ac:chgData name="Satish Natarajan" userId="87d66b7c5c413a61" providerId="LiveId" clId="{C4CC91EF-FF84-4E21-9923-78F460118C49}" dt="2026-08-26T10:26:18.637" v="546" actId="478"/>
          <ac:spMkLst>
            <pc:docMk/>
            <pc:sldMk cId="1723870003" sldId="261"/>
            <ac:spMk id="10" creationId="{BFA9D574-8516-425D-4FCC-1E861BD4FFDB}"/>
          </ac:spMkLst>
        </pc:spChg>
        <pc:spChg chg="add del mod">
          <ac:chgData name="Satish Natarajan" userId="87d66b7c5c413a61" providerId="LiveId" clId="{C4CC91EF-FF84-4E21-9923-78F460118C49}" dt="2026-08-27T10:55:52.495" v="720" actId="478"/>
          <ac:spMkLst>
            <pc:docMk/>
            <pc:sldMk cId="1723870003" sldId="261"/>
            <ac:spMk id="12" creationId="{845DAF6F-9D1F-72ED-6837-A35CB12FE6D1}"/>
          </ac:spMkLst>
        </pc:spChg>
        <pc:spChg chg="del mod">
          <ac:chgData name="Satish Natarajan" userId="87d66b7c5c413a61" providerId="LiveId" clId="{C4CC91EF-FF84-4E21-9923-78F460118C49}" dt="2026-08-26T10:26:18.637" v="546" actId="478"/>
          <ac:spMkLst>
            <pc:docMk/>
            <pc:sldMk cId="1723870003" sldId="261"/>
            <ac:spMk id="12" creationId="{D56742DD-8FD9-A14F-2257-E76F9D74751E}"/>
          </ac:spMkLst>
        </pc:spChg>
        <pc:spChg chg="add mod">
          <ac:chgData name="Satish Natarajan" userId="87d66b7c5c413a61" providerId="LiveId" clId="{C4CC91EF-FF84-4E21-9923-78F460118C49}" dt="2026-08-27T11:01:11.490" v="728" actId="14100"/>
          <ac:spMkLst>
            <pc:docMk/>
            <pc:sldMk cId="1723870003" sldId="261"/>
            <ac:spMk id="13" creationId="{1631F8AE-5EC2-1C8E-7E7E-88B67E0F4095}"/>
          </ac:spMkLst>
        </pc:spChg>
        <pc:spChg chg="del">
          <ac:chgData name="Satish Natarajan" userId="87d66b7c5c413a61" providerId="LiveId" clId="{C4CC91EF-FF84-4E21-9923-78F460118C49}" dt="2026-08-26T10:26:18.637" v="546" actId="478"/>
          <ac:spMkLst>
            <pc:docMk/>
            <pc:sldMk cId="1723870003" sldId="261"/>
            <ac:spMk id="14" creationId="{3415A165-371F-C89B-4D9E-ACB4FE4892D6}"/>
          </ac:spMkLst>
        </pc:spChg>
        <pc:spChg chg="del">
          <ac:chgData name="Satish Natarajan" userId="87d66b7c5c413a61" providerId="LiveId" clId="{C4CC91EF-FF84-4E21-9923-78F460118C49}" dt="2026-08-26T10:26:18.637" v="546" actId="478"/>
          <ac:spMkLst>
            <pc:docMk/>
            <pc:sldMk cId="1723870003" sldId="261"/>
            <ac:spMk id="15" creationId="{5F448BAA-546B-F14B-19D8-6E1263531FCD}"/>
          </ac:spMkLst>
        </pc:spChg>
        <pc:spChg chg="add mod">
          <ac:chgData name="Satish Natarajan" userId="87d66b7c5c413a61" providerId="LiveId" clId="{C4CC91EF-FF84-4E21-9923-78F460118C49}" dt="2026-08-27T11:01:11.490" v="728" actId="14100"/>
          <ac:spMkLst>
            <pc:docMk/>
            <pc:sldMk cId="1723870003" sldId="261"/>
            <ac:spMk id="15" creationId="{7BF3A5EE-68A3-7553-D34B-3CED62B1433B}"/>
          </ac:spMkLst>
        </pc:spChg>
        <pc:spChg chg="del">
          <ac:chgData name="Satish Natarajan" userId="87d66b7c5c413a61" providerId="LiveId" clId="{C4CC91EF-FF84-4E21-9923-78F460118C49}" dt="2026-08-26T10:26:18.637" v="546" actId="478"/>
          <ac:spMkLst>
            <pc:docMk/>
            <pc:sldMk cId="1723870003" sldId="261"/>
            <ac:spMk id="16" creationId="{7D7D46D5-D9BE-4275-46E5-0ECEB23FF342}"/>
          </ac:spMkLst>
        </pc:spChg>
        <pc:spChg chg="add del mod">
          <ac:chgData name="Satish Natarajan" userId="87d66b7c5c413a61" providerId="LiveId" clId="{C4CC91EF-FF84-4E21-9923-78F460118C49}" dt="2026-08-26T10:26:18.637" v="546" actId="478"/>
          <ac:spMkLst>
            <pc:docMk/>
            <pc:sldMk cId="1723870003" sldId="261"/>
            <ac:spMk id="24" creationId="{4BD40EA5-841F-2CBE-9277-734441D78958}"/>
          </ac:spMkLst>
        </pc:spChg>
        <pc:grpChg chg="add del mod">
          <ac:chgData name="Satish Natarajan" userId="87d66b7c5c413a61" providerId="LiveId" clId="{C4CC91EF-FF84-4E21-9923-78F460118C49}" dt="2026-08-27T10:47:48.911" v="706" actId="478"/>
          <ac:grpSpMkLst>
            <pc:docMk/>
            <pc:sldMk cId="1723870003" sldId="261"/>
            <ac:grpSpMk id="10" creationId="{02623047-457B-7999-356C-3748C8ABD353}"/>
          </ac:grpSpMkLst>
        </pc:grpChg>
        <pc:picChg chg="add mod">
          <ac:chgData name="Satish Natarajan" userId="87d66b7c5c413a61" providerId="LiveId" clId="{C4CC91EF-FF84-4E21-9923-78F460118C49}" dt="2026-08-26T10:47:31.511" v="563" actId="29295"/>
          <ac:picMkLst>
            <pc:docMk/>
            <pc:sldMk cId="1723870003" sldId="261"/>
            <ac:picMk id="11" creationId="{8AC1C9E8-6C3B-0F80-DFA4-9765D81E6F91}"/>
          </ac:picMkLst>
        </pc:picChg>
      </pc:sldChg>
      <pc:sldChg chg="addSp delSp modSp add mod">
        <pc:chgData name="Satish Natarajan" userId="87d66b7c5c413a61" providerId="LiveId" clId="{C4CC91EF-FF84-4E21-9923-78F460118C49}" dt="2026-07-31T12:09:41.758" v="531" actId="14100"/>
        <pc:sldMkLst>
          <pc:docMk/>
          <pc:sldMk cId="657173241" sldId="262"/>
        </pc:sldMkLst>
        <pc:spChg chg="add mod">
          <ac:chgData name="Satish Natarajan" userId="87d66b7c5c413a61" providerId="LiveId" clId="{C4CC91EF-FF84-4E21-9923-78F460118C49}" dt="2026-07-31T12:09:31.366" v="528" actId="14100"/>
          <ac:spMkLst>
            <pc:docMk/>
            <pc:sldMk cId="657173241" sldId="262"/>
            <ac:spMk id="9" creationId="{BC78ED5D-53A3-409C-5ACD-A7C26745C74E}"/>
          </ac:spMkLst>
        </pc:spChg>
        <pc:spChg chg="mod">
          <ac:chgData name="Satish Natarajan" userId="87d66b7c5c413a61" providerId="LiveId" clId="{C4CC91EF-FF84-4E21-9923-78F460118C49}" dt="2026-07-31T12:09:41.758" v="531" actId="14100"/>
          <ac:spMkLst>
            <pc:docMk/>
            <pc:sldMk cId="657173241" sldId="262"/>
            <ac:spMk id="12" creationId="{8B0FBE0B-81E3-2AD0-AC46-CA14889C0768}"/>
          </ac:spMkLst>
        </pc:spChg>
      </pc:sldChg>
      <pc:sldChg chg="addSp delSp modSp add mod">
        <pc:chgData name="Satish Natarajan" userId="87d66b7c5c413a61" providerId="LiveId" clId="{C4CC91EF-FF84-4E21-9923-78F460118C49}" dt="2026-07-31T13:03:37.784" v="541" actId="14100"/>
        <pc:sldMkLst>
          <pc:docMk/>
          <pc:sldMk cId="3030465613" sldId="263"/>
        </pc:sldMkLst>
        <pc:spChg chg="add mod">
          <ac:chgData name="Satish Natarajan" userId="87d66b7c5c413a61" providerId="LiveId" clId="{C4CC91EF-FF84-4E21-9923-78F460118C49}" dt="2026-07-31T12:57:20.209" v="533" actId="14100"/>
          <ac:spMkLst>
            <pc:docMk/>
            <pc:sldMk cId="3030465613" sldId="263"/>
            <ac:spMk id="8" creationId="{6879E48E-3724-58A7-02CF-312134FF1BE7}"/>
          </ac:spMkLst>
        </pc:spChg>
        <pc:spChg chg="mod ord">
          <ac:chgData name="Satish Natarajan" userId="87d66b7c5c413a61" providerId="LiveId" clId="{C4CC91EF-FF84-4E21-9923-78F460118C49}" dt="2026-07-31T13:03:37.784" v="541" actId="14100"/>
          <ac:spMkLst>
            <pc:docMk/>
            <pc:sldMk cId="3030465613" sldId="263"/>
            <ac:spMk id="12" creationId="{5E4DB776-7747-C29E-DE55-1C293DB8940A}"/>
          </ac:spMkLst>
        </pc:spChg>
      </pc:sldChg>
      <pc:sldChg chg="add">
        <pc:chgData name="Satish Natarajan" userId="87d66b7c5c413a61" providerId="LiveId" clId="{C4CC91EF-FF84-4E21-9923-78F460118C49}" dt="2026-08-26T10:26:12.042" v="545" actId="2890"/>
        <pc:sldMkLst>
          <pc:docMk/>
          <pc:sldMk cId="3959011493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CB817-16BC-4AA6-14BE-AA49F6EA2F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14E3C4-FF47-A1F8-4FF8-53A5D2AEF1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938C4-7963-3BD8-9E1D-1F5A666E0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A587C-7A44-496E-B6AF-9F58ED6EC1D8}" type="datetimeFigureOut">
              <a:rPr lang="en-DE" smtClean="0"/>
              <a:t>27/08/2026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4B5F5-F54A-2C21-DD1C-91F1C7E25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BB21D-BA9A-2D44-ABE4-7F29A8605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B4B1B-AF12-4264-BFB5-51404E5ACD0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80688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5EE69-B299-C694-A1A0-8087844CF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2588A-12A3-B0AA-7064-D562E2F92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2C5DC-3161-D45B-AD00-CD8D3C927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A587C-7A44-496E-B6AF-9F58ED6EC1D8}" type="datetimeFigureOut">
              <a:rPr lang="en-DE" smtClean="0"/>
              <a:t>27/08/2026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81D00-C4B8-CEF9-E63B-E53EB83A0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06137-1561-FECA-CA96-71E08E221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B4B1B-AF12-4264-BFB5-51404E5ACD0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1986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CCF16-FDB4-75FF-FC2C-12ED6B90C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2D42F-ED2F-6924-2076-C6144BC6A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D90B1-8BD3-2E9B-EF07-9B602520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A587C-7A44-496E-B6AF-9F58ED6EC1D8}" type="datetimeFigureOut">
              <a:rPr lang="en-DE" smtClean="0"/>
              <a:t>27/08/2026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537F8-8B97-144E-62C3-A5CFDD493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60A6B-2491-B350-98BE-E4221B93D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B4B1B-AF12-4264-BFB5-51404E5ACD0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50813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97CF9-4C8E-D635-9A4D-82D4B5994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8D596-2D68-A0D5-CFFC-25DAFE1DC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80E13E-1EC0-4D61-65C3-1B3C5F71A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A04983-0327-BEA4-225A-718AC5839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A587C-7A44-496E-B6AF-9F58ED6EC1D8}" type="datetimeFigureOut">
              <a:rPr lang="en-DE" smtClean="0"/>
              <a:t>27/08/2026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63325-0225-B96C-4FA7-25F84A256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C8544-3079-D95E-C582-0B270257C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B4B1B-AF12-4264-BFB5-51404E5ACD0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6854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D42F6-92D0-F485-4E8D-6D6938AA9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03E52-DD81-AECD-A04B-6CD121AB0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5E9013-6C27-B673-5C6B-72ABA334C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638D99-C65A-DA47-652C-FADE4C1B3C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F1E5DC-186F-9599-0997-34BE3D8D56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AEE946-8354-53C9-24B1-DA6319C23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A587C-7A44-496E-B6AF-9F58ED6EC1D8}" type="datetimeFigureOut">
              <a:rPr lang="en-DE" smtClean="0"/>
              <a:t>27/08/2026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8FF255-0298-F964-D87F-8B6707135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18C3C1-3808-E2E5-F7E8-47D9345B3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B4B1B-AF12-4264-BFB5-51404E5ACD0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55241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CB43B-0EA2-B4E4-7E03-76A97E5CA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0ADAD-0497-FB8F-0333-F1924715E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A587C-7A44-496E-B6AF-9F58ED6EC1D8}" type="datetimeFigureOut">
              <a:rPr lang="en-DE" smtClean="0"/>
              <a:t>27/08/2026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B6D5BC-F8BD-5BF0-A01C-A1DB5299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E118B-9B34-A0CB-EFEF-8A4847D8F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B4B1B-AF12-4264-BFB5-51404E5ACD0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70300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3E7FEF-7A66-553F-8D94-DE7EBE1C2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A587C-7A44-496E-B6AF-9F58ED6EC1D8}" type="datetimeFigureOut">
              <a:rPr lang="en-DE" smtClean="0"/>
              <a:t>27/08/2026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93B4E0-0344-52CA-FB19-16D6714FF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FFCFF-76CD-81E6-1E36-ADE870971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B4B1B-AF12-4264-BFB5-51404E5ACD0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90166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DF7D7-9627-00CB-6346-9FCB4EC4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DDC1A-5893-1912-560B-808FFAB91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ECBACC-5EFF-5015-0FB2-E9BF45EA2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BD3C0-8CFB-DE23-B891-341D70804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A587C-7A44-496E-B6AF-9F58ED6EC1D8}" type="datetimeFigureOut">
              <a:rPr lang="en-DE" smtClean="0"/>
              <a:t>27/08/2026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1A5F6-AF91-1203-ED00-74E9CC935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2F416-6D3E-1A3E-7A45-4D1773289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B4B1B-AF12-4264-BFB5-51404E5ACD0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9476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C38B2-EA80-88B3-3D06-72E1E49E2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D42F4B-84C9-7D30-3D32-E72A5A1246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7BA302-E2B1-4439-66BE-B34C81124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60D00-5407-FDF4-3EF0-56BEA43D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A587C-7A44-496E-B6AF-9F58ED6EC1D8}" type="datetimeFigureOut">
              <a:rPr lang="en-DE" smtClean="0"/>
              <a:t>27/08/2026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F75103-5111-31DA-CF20-5C1F3FA59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7DDFA-4C29-AF35-ABD5-69DE3FB33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B4B1B-AF12-4264-BFB5-51404E5ACD0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76419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238E-1723-A6E2-DF4F-CF9148EE6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E6D54-699F-5F45-5BE0-8286E48B4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16C3E-74BC-59C6-0752-1AC04FB5D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A587C-7A44-496E-B6AF-9F58ED6EC1D8}" type="datetimeFigureOut">
              <a:rPr lang="en-DE" smtClean="0"/>
              <a:t>27/08/2026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F02A7-CF04-301F-8248-F5F9C0BDB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A73A0-4E0B-6D81-D8EE-18F18A778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B4B1B-AF12-4264-BFB5-51404E5ACD0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35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60E058-2768-6325-76E9-4806EFAC8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586F04-6F54-6C97-8697-1678464989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1F050-A48D-C75C-77E6-027C0E8DE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A587C-7A44-496E-B6AF-9F58ED6EC1D8}" type="datetimeFigureOut">
              <a:rPr lang="en-DE" smtClean="0"/>
              <a:t>27/08/2026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491D8-C3CD-6DE5-C80A-55E6DEE07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901EC-B891-9B9E-0E9C-2F8A66CD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B4B1B-AF12-4264-BFB5-51404E5ACD0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2402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B19D6B-9219-2C37-9065-E676E81CC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E6304-21FB-AB10-10D3-A8B1831B0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E9434-C489-5944-9305-49D823C5F7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4A587C-7A44-496E-B6AF-9F58ED6EC1D8}" type="datetimeFigureOut">
              <a:rPr lang="en-DE" smtClean="0"/>
              <a:t>27/08/2026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1CB10-7FEB-C3EB-DAEE-D820C0CA46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66978-E63A-E4F7-543E-31A53D9FEB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DB4B1B-AF12-4264-BFB5-51404E5ACD0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58768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2D2A8"/>
            </a:gs>
            <a:gs pos="83000">
              <a:srgbClr val="F2D2A8"/>
            </a:gs>
            <a:gs pos="100000">
              <a:srgbClr val="D59847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F6F045-C9D1-0D19-142C-02E5C83FA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B1EE0B-40E1-7590-842C-0B21EF4A7D98}"/>
              </a:ext>
            </a:extLst>
          </p:cNvPr>
          <p:cNvSpPr/>
          <p:nvPr/>
        </p:nvSpPr>
        <p:spPr>
          <a:xfrm>
            <a:off x="178420" y="160578"/>
            <a:ext cx="11829213" cy="6525693"/>
          </a:xfrm>
          <a:prstGeom prst="roundRect">
            <a:avLst>
              <a:gd name="adj" fmla="val 3202"/>
            </a:avLst>
          </a:prstGeom>
          <a:solidFill>
            <a:srgbClr val="FDF8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7" name="Picture 6" hidden="1">
            <a:extLst>
              <a:ext uri="{FF2B5EF4-FFF2-40B4-BE49-F238E27FC236}">
                <a16:creationId xmlns:a16="http://schemas.microsoft.com/office/drawing/2014/main" id="{660F3E75-D662-AE8F-2C0E-FD9F8869A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0" y="2167795"/>
            <a:ext cx="12123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C1C9E8-6C3B-0F80-DFA4-9765D81E6F9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207" y="1187119"/>
            <a:ext cx="7947081" cy="447261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1266F5-EC3C-9B10-5517-4C747266A695}"/>
              </a:ext>
            </a:extLst>
          </p:cNvPr>
          <p:cNvSpPr/>
          <p:nvPr/>
        </p:nvSpPr>
        <p:spPr>
          <a:xfrm>
            <a:off x="3846094" y="1187119"/>
            <a:ext cx="7891193" cy="4938633"/>
          </a:xfrm>
          <a:prstGeom prst="roundRect">
            <a:avLst>
              <a:gd name="adj" fmla="val 3202"/>
            </a:avLst>
          </a:prstGeom>
          <a:solidFill>
            <a:srgbClr val="FDF8F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631F8AE-5EC2-1C8E-7E7E-88B67E0F4095}"/>
              </a:ext>
            </a:extLst>
          </p:cNvPr>
          <p:cNvSpPr/>
          <p:nvPr/>
        </p:nvSpPr>
        <p:spPr>
          <a:xfrm>
            <a:off x="1096739" y="3254355"/>
            <a:ext cx="1751236" cy="338137"/>
          </a:xfrm>
          <a:prstGeom prst="roundRect">
            <a:avLst/>
          </a:prstGeom>
          <a:solidFill>
            <a:srgbClr val="F2D2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BF3A5EE-68A3-7553-D34B-3CED62B1433B}"/>
              </a:ext>
            </a:extLst>
          </p:cNvPr>
          <p:cNvSpPr/>
          <p:nvPr/>
        </p:nvSpPr>
        <p:spPr>
          <a:xfrm>
            <a:off x="1096739" y="3997305"/>
            <a:ext cx="1751236" cy="338137"/>
          </a:xfrm>
          <a:prstGeom prst="roundRect">
            <a:avLst/>
          </a:prstGeom>
          <a:solidFill>
            <a:srgbClr val="F2D2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23870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2D2A8"/>
            </a:gs>
            <a:gs pos="83000">
              <a:srgbClr val="F2D2A8"/>
            </a:gs>
            <a:gs pos="100000">
              <a:srgbClr val="D59847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F3F878-4F8C-1610-41F0-FFB3EACD2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57CD93-7948-9812-D730-5DDDC16FDBF3}"/>
              </a:ext>
            </a:extLst>
          </p:cNvPr>
          <p:cNvSpPr/>
          <p:nvPr/>
        </p:nvSpPr>
        <p:spPr>
          <a:xfrm>
            <a:off x="178420" y="160578"/>
            <a:ext cx="11829213" cy="6525693"/>
          </a:xfrm>
          <a:prstGeom prst="roundRect">
            <a:avLst>
              <a:gd name="adj" fmla="val 3202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7A1E8E80-9E06-8E6E-60C5-9FF299D2EF15}"/>
              </a:ext>
            </a:extLst>
          </p:cNvPr>
          <p:cNvSpPr/>
          <p:nvPr/>
        </p:nvSpPr>
        <p:spPr>
          <a:xfrm>
            <a:off x="178420" y="171729"/>
            <a:ext cx="11829213" cy="476250"/>
          </a:xfrm>
          <a:prstGeom prst="round2SameRect">
            <a:avLst>
              <a:gd name="adj1" fmla="val 46667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4C4DA3C-E737-EC9E-3E77-DCED375D336D}"/>
              </a:ext>
            </a:extLst>
          </p:cNvPr>
          <p:cNvSpPr/>
          <p:nvPr/>
        </p:nvSpPr>
        <p:spPr>
          <a:xfrm>
            <a:off x="357188" y="823913"/>
            <a:ext cx="1332000" cy="1035809"/>
          </a:xfrm>
          <a:prstGeom prst="roundRect">
            <a:avLst>
              <a:gd name="adj" fmla="val 1113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D3E0CC-D94E-A879-C9CB-B90D2FE0D4AE}"/>
              </a:ext>
            </a:extLst>
          </p:cNvPr>
          <p:cNvSpPr/>
          <p:nvPr/>
        </p:nvSpPr>
        <p:spPr>
          <a:xfrm>
            <a:off x="1859711" y="828675"/>
            <a:ext cx="1332000" cy="1035809"/>
          </a:xfrm>
          <a:prstGeom prst="roundRect">
            <a:avLst>
              <a:gd name="adj" fmla="val 107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0212C0-8442-0B70-0585-5E51837F9781}"/>
              </a:ext>
            </a:extLst>
          </p:cNvPr>
          <p:cNvSpPr/>
          <p:nvPr/>
        </p:nvSpPr>
        <p:spPr>
          <a:xfrm>
            <a:off x="3362234" y="828675"/>
            <a:ext cx="1332000" cy="1035809"/>
          </a:xfrm>
          <a:prstGeom prst="roundRect">
            <a:avLst>
              <a:gd name="adj" fmla="val 107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0354C51-90CB-8584-4AB9-2C0C01E83C1B}"/>
              </a:ext>
            </a:extLst>
          </p:cNvPr>
          <p:cNvSpPr/>
          <p:nvPr/>
        </p:nvSpPr>
        <p:spPr>
          <a:xfrm>
            <a:off x="4864756" y="823913"/>
            <a:ext cx="1332000" cy="1035809"/>
          </a:xfrm>
          <a:prstGeom prst="roundRect">
            <a:avLst>
              <a:gd name="adj" fmla="val 111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F64EA63-DBAD-04C7-528C-84452F692FAC}"/>
              </a:ext>
            </a:extLst>
          </p:cNvPr>
          <p:cNvSpPr/>
          <p:nvPr/>
        </p:nvSpPr>
        <p:spPr>
          <a:xfrm>
            <a:off x="6369577" y="828675"/>
            <a:ext cx="5465235" cy="3606932"/>
          </a:xfrm>
          <a:prstGeom prst="roundRect">
            <a:avLst>
              <a:gd name="adj" fmla="val 31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151B56B-388E-DD99-0F20-B5C2A2D983D6}"/>
              </a:ext>
            </a:extLst>
          </p:cNvPr>
          <p:cNvSpPr/>
          <p:nvPr/>
        </p:nvSpPr>
        <p:spPr>
          <a:xfrm>
            <a:off x="357188" y="2555859"/>
            <a:ext cx="5839568" cy="1879748"/>
          </a:xfrm>
          <a:prstGeom prst="roundRect">
            <a:avLst>
              <a:gd name="adj" fmla="val 628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33B871F-FE9A-3402-0C08-9F1420C4DF62}"/>
              </a:ext>
            </a:extLst>
          </p:cNvPr>
          <p:cNvSpPr/>
          <p:nvPr/>
        </p:nvSpPr>
        <p:spPr>
          <a:xfrm>
            <a:off x="356038" y="4621065"/>
            <a:ext cx="2808001" cy="1879748"/>
          </a:xfrm>
          <a:prstGeom prst="roundRect">
            <a:avLst>
              <a:gd name="adj" fmla="val 60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7" name="Picture 6" hidden="1">
            <a:extLst>
              <a:ext uri="{FF2B5EF4-FFF2-40B4-BE49-F238E27FC236}">
                <a16:creationId xmlns:a16="http://schemas.microsoft.com/office/drawing/2014/main" id="{995C8A3A-7DDA-F575-F680-34815102A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0" y="2167795"/>
            <a:ext cx="12123000" cy="685800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56A960D-35B5-21F6-5865-3801014B36D3}"/>
              </a:ext>
            </a:extLst>
          </p:cNvPr>
          <p:cNvSpPr/>
          <p:nvPr/>
        </p:nvSpPr>
        <p:spPr>
          <a:xfrm>
            <a:off x="3362234" y="4621065"/>
            <a:ext cx="2834522" cy="1879748"/>
          </a:xfrm>
          <a:prstGeom prst="roundRect">
            <a:avLst>
              <a:gd name="adj" fmla="val 546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050CF6-1AF5-2937-0593-F89AAFAB6120}"/>
              </a:ext>
            </a:extLst>
          </p:cNvPr>
          <p:cNvSpPr/>
          <p:nvPr/>
        </p:nvSpPr>
        <p:spPr>
          <a:xfrm>
            <a:off x="6369576" y="4621065"/>
            <a:ext cx="2649530" cy="1879748"/>
          </a:xfrm>
          <a:prstGeom prst="roundRect">
            <a:avLst>
              <a:gd name="adj" fmla="val 546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44192D1-0247-5F88-6356-AC2EED8470CD}"/>
              </a:ext>
            </a:extLst>
          </p:cNvPr>
          <p:cNvSpPr/>
          <p:nvPr/>
        </p:nvSpPr>
        <p:spPr>
          <a:xfrm>
            <a:off x="9188604" y="4621065"/>
            <a:ext cx="2649530" cy="1879748"/>
          </a:xfrm>
          <a:prstGeom prst="roundRect">
            <a:avLst>
              <a:gd name="adj" fmla="val 546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59011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2D2A8"/>
            </a:gs>
            <a:gs pos="83000">
              <a:srgbClr val="F2D2A8"/>
            </a:gs>
            <a:gs pos="100000">
              <a:srgbClr val="D59847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65EF9B-DDCC-4F4D-556D-6C8805DCD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B060E9-03FE-42C7-DF3E-F7EF29AA00A0}"/>
              </a:ext>
            </a:extLst>
          </p:cNvPr>
          <p:cNvSpPr/>
          <p:nvPr/>
        </p:nvSpPr>
        <p:spPr>
          <a:xfrm>
            <a:off x="178420" y="160578"/>
            <a:ext cx="11829213" cy="6525693"/>
          </a:xfrm>
          <a:prstGeom prst="roundRect">
            <a:avLst>
              <a:gd name="adj" fmla="val 3202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442661D8-F28F-87AD-239A-AA110C36AB68}"/>
              </a:ext>
            </a:extLst>
          </p:cNvPr>
          <p:cNvSpPr/>
          <p:nvPr/>
        </p:nvSpPr>
        <p:spPr>
          <a:xfrm>
            <a:off x="178420" y="171729"/>
            <a:ext cx="11829213" cy="476250"/>
          </a:xfrm>
          <a:prstGeom prst="round2SameRect">
            <a:avLst>
              <a:gd name="adj1" fmla="val 46667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0FBE0B-81E3-2AD0-AC46-CA14889C0768}"/>
              </a:ext>
            </a:extLst>
          </p:cNvPr>
          <p:cNvSpPr/>
          <p:nvPr/>
        </p:nvSpPr>
        <p:spPr>
          <a:xfrm>
            <a:off x="356039" y="3571642"/>
            <a:ext cx="11478774" cy="2929170"/>
          </a:xfrm>
          <a:prstGeom prst="roundRect">
            <a:avLst>
              <a:gd name="adj" fmla="val 25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7" name="Picture 6" hidden="1">
            <a:extLst>
              <a:ext uri="{FF2B5EF4-FFF2-40B4-BE49-F238E27FC236}">
                <a16:creationId xmlns:a16="http://schemas.microsoft.com/office/drawing/2014/main" id="{F2958957-8A8D-587A-1E34-6C32C71BA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0" y="2167795"/>
            <a:ext cx="12123000" cy="6858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78ED5D-53A3-409C-5ACD-A7C26745C74E}"/>
              </a:ext>
            </a:extLst>
          </p:cNvPr>
          <p:cNvSpPr/>
          <p:nvPr/>
        </p:nvSpPr>
        <p:spPr>
          <a:xfrm>
            <a:off x="356039" y="1168647"/>
            <a:ext cx="11478774" cy="1882327"/>
          </a:xfrm>
          <a:prstGeom prst="roundRect">
            <a:avLst>
              <a:gd name="adj" fmla="val 52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57173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2D2A8"/>
            </a:gs>
            <a:gs pos="83000">
              <a:srgbClr val="F2D2A8"/>
            </a:gs>
            <a:gs pos="100000">
              <a:srgbClr val="D59847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514218-6FA6-E9FE-71DD-2E823AAF0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F74628F-7CCB-A143-DBEC-1B797F9A6470}"/>
              </a:ext>
            </a:extLst>
          </p:cNvPr>
          <p:cNvSpPr/>
          <p:nvPr/>
        </p:nvSpPr>
        <p:spPr>
          <a:xfrm>
            <a:off x="178420" y="160578"/>
            <a:ext cx="11829213" cy="6525693"/>
          </a:xfrm>
          <a:prstGeom prst="roundRect">
            <a:avLst>
              <a:gd name="adj" fmla="val 3202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04AA9FD4-B74D-E78F-C399-9954D47BC17B}"/>
              </a:ext>
            </a:extLst>
          </p:cNvPr>
          <p:cNvSpPr/>
          <p:nvPr/>
        </p:nvSpPr>
        <p:spPr>
          <a:xfrm>
            <a:off x="178420" y="171729"/>
            <a:ext cx="11829213" cy="476250"/>
          </a:xfrm>
          <a:prstGeom prst="round2SameRect">
            <a:avLst>
              <a:gd name="adj1" fmla="val 46667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7" name="Picture 6" hidden="1">
            <a:extLst>
              <a:ext uri="{FF2B5EF4-FFF2-40B4-BE49-F238E27FC236}">
                <a16:creationId xmlns:a16="http://schemas.microsoft.com/office/drawing/2014/main" id="{5E92AC23-D1CE-60AF-92CA-2F3698E52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0" y="2167795"/>
            <a:ext cx="12123000" cy="6858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79E48E-3724-58A7-02CF-312134FF1BE7}"/>
              </a:ext>
            </a:extLst>
          </p:cNvPr>
          <p:cNvSpPr/>
          <p:nvPr/>
        </p:nvSpPr>
        <p:spPr>
          <a:xfrm>
            <a:off x="353639" y="823912"/>
            <a:ext cx="11478774" cy="5676900"/>
          </a:xfrm>
          <a:prstGeom prst="roundRect">
            <a:avLst>
              <a:gd name="adj" fmla="val 20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E4DB776-7747-C29E-DE55-1C293DB8940A}"/>
              </a:ext>
            </a:extLst>
          </p:cNvPr>
          <p:cNvSpPr/>
          <p:nvPr/>
        </p:nvSpPr>
        <p:spPr>
          <a:xfrm>
            <a:off x="490653" y="2381900"/>
            <a:ext cx="11209206" cy="3987678"/>
          </a:xfrm>
          <a:prstGeom prst="roundRect">
            <a:avLst>
              <a:gd name="adj" fmla="val 2861"/>
            </a:avLst>
          </a:prstGeom>
          <a:solidFill>
            <a:srgbClr val="FAECDA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30465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Satish Natarajan</dc:creator>
  <cp:lastModifiedBy>Satish Natarajan</cp:lastModifiedBy>
  <cp:revision>1</cp:revision>
  <dcterms:created xsi:type="dcterms:W3CDTF">2026-07-28T19:25:43Z</dcterms:created>
  <dcterms:modified xsi:type="dcterms:W3CDTF">2026-08-27T12:27:11Z</dcterms:modified>
</cp:coreProperties>
</file>